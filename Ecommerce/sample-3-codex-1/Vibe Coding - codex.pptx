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d5092343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d509234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d5092343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d5092343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d5092343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d5092343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d5092343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d5092343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d5092343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d5092343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d50923431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d50923431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d5092343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d5092343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d50923431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d5092343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d5092343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d5092343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d50923431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d50923431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d50923431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d50923431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d50923431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d5092343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d50923431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d50923431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d50923431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d50923431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d50923431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d50923431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d50923431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d50923431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d50923431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d50923431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d50923431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d50923431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d50923431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d50923431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Vibe Coding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Codex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158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Create new UI with google stitch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763325"/>
            <a:ext cx="8520600" cy="41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vi" sz="1100">
                <a:solidFill>
                  <a:schemeClr val="dk1"/>
                </a:solidFill>
              </a:rPr>
              <a:t>Design a complete modern e-commerce web app UI similar to Shopee or Lazada. Include the following screens: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vi" sz="1100">
                <a:solidFill>
                  <a:schemeClr val="dk1"/>
                </a:solidFill>
              </a:rPr>
              <a:t>1. **Homepage** – sticky top navbar with logo, search bar, cart icon, and user avatar. Below: hero banner carousel, category icons grid (Electronics, Fashion, Food, Beauty, etc.), flash sale section with countdown timer, product grid with rating stars and discount badges.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vi" sz="1100">
                <a:solidFill>
                  <a:schemeClr val="dk1"/>
                </a:solidFill>
              </a:rPr>
              <a:t>2. **Product Listing Page** – filter sidebar (category, price range, rating, brand), sort dropdown, responsive product card grid (image, name, price, original price strikethrough, % off badge, sold count).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vi" sz="1100">
                <a:solidFill>
                  <a:schemeClr val="dk1"/>
                </a:solidFill>
              </a:rPr>
              <a:t>3. **Product Detail Page** – image gallery with thumbnails, product title, star rating + review count, price highlight in orange/red, quantity selector, "Add to Cart" and "Buy Now" CTA buttons, seller info card, tabbed section (Description / Reviews / Specs).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vi" sz="1100">
                <a:solidFill>
                  <a:schemeClr val="dk1"/>
                </a:solidFill>
              </a:rPr>
              <a:t>4. **Shopping Cart Page** – item list with checkbox select-all, quantity stepper, remove button, order summary card with subtotal, shipping fee, discount, and total. Sticky "Checkout" button.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vi" sz="1100">
                <a:solidFill>
                  <a:schemeClr val="dk1"/>
                </a:solidFill>
              </a:rPr>
              <a:t>5. **Checkout Page** – delivery address section, payment method selector (COD, card, e-wallet), order summary, promo code input, place order button.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vi" sz="1100">
                <a:solidFill>
                  <a:schemeClr val="dk1"/>
                </a:solidFill>
              </a:rPr>
              <a:t>6. **User Profile / Dashboard** – avatar, name, stats (orders, reviews, vouchers), tabs for My Orders (with status chips: Pending / Shipping / Delivered / Cancelled).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vi" sz="1100">
                <a:solidFill>
                  <a:schemeClr val="dk1"/>
                </a:solidFill>
              </a:rPr>
              <a:t>**Design style:**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vi" sz="1100">
                <a:solidFill>
                  <a:schemeClr val="dk1"/>
                </a:solidFill>
              </a:rPr>
              <a:t>- Modern, clean, mobile-first but also desktop-friendly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vi" sz="1100">
                <a:solidFill>
                  <a:schemeClr val="dk1"/>
                </a:solidFill>
              </a:rPr>
              <a:t>- Primary color: coral orange (#EE4D2D) like Shopee, or electric blue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vi" sz="1100">
                <a:solidFill>
                  <a:schemeClr val="dk1"/>
                </a:solidFill>
              </a:rPr>
              <a:t>- White background, light gray cards, rounded corners (12–16px)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vi" sz="1100">
                <a:solidFill>
                  <a:schemeClr val="dk1"/>
                </a:solidFill>
              </a:rPr>
              <a:t>- Bold typography for prices, subtle shadows on cards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vi" sz="1100">
                <a:solidFill>
                  <a:schemeClr val="dk1"/>
                </a:solidFill>
              </a:rPr>
              <a:t>- Micro-interactions: hover states, badge animations, skeleton loaders shown as placeholders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vi" sz="1100">
                <a:solidFill>
                  <a:schemeClr val="dk1"/>
                </a:solidFill>
              </a:rPr>
              <a:t>- Vietnamese locale: prices in ₫ (VND), labels in Vietnamese optional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vi" sz="1100">
                <a:solidFill>
                  <a:schemeClr val="dk1"/>
                </a:solidFill>
              </a:rPr>
              <a:t>Output all screens as high-fidelity UI mockups ready for developer handoff.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176213"/>
            <a:ext cx="5734050" cy="479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663" y="279625"/>
            <a:ext cx="8070675" cy="449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0975" y="0"/>
            <a:ext cx="191444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7"/>
          <p:cNvSpPr txBox="1"/>
          <p:nvPr/>
        </p:nvSpPr>
        <p:spPr>
          <a:xfrm>
            <a:off x="755375" y="707675"/>
            <a:ext cx="4245900" cy="13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800">
                <a:solidFill>
                  <a:schemeClr val="dk2"/>
                </a:solidFill>
              </a:rPr>
              <a:t>Export generated UI to agent via MCP: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Code with Codex: prompt</a:t>
            </a:r>
            <a:endParaRPr/>
          </a:p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311700" y="1152475"/>
            <a:ext cx="4156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vi" sz="700">
                <a:solidFill>
                  <a:schemeClr val="dk1"/>
                </a:solidFill>
              </a:rPr>
              <a:t>Create website with following design with: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vi" sz="700">
                <a:solidFill>
                  <a:schemeClr val="dk1"/>
                </a:solidFill>
              </a:rPr>
              <a:t>- database: postgres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vi" sz="700">
                <a:solidFill>
                  <a:schemeClr val="dk1"/>
                </a:solidFill>
              </a:rPr>
              <a:t>- BE + FE: Typescripts + framework.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vi" sz="700">
                <a:solidFill>
                  <a:schemeClr val="dk1"/>
                </a:solidFill>
              </a:rPr>
              <a:t>## Stitch Instructions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vi" sz="700">
                <a:solidFill>
                  <a:schemeClr val="dk1"/>
                </a:solidFill>
              </a:rPr>
              <a:t>Get the images and code for the following Stitch project's screens: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vi" sz="700">
                <a:solidFill>
                  <a:schemeClr val="dk1"/>
                </a:solidFill>
              </a:rPr>
              <a:t>## Project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vi" sz="700">
                <a:solidFill>
                  <a:schemeClr val="dk1"/>
                </a:solidFill>
              </a:rPr>
              <a:t>Title: Modern E-commerce UI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vi" sz="700">
                <a:solidFill>
                  <a:schemeClr val="dk1"/>
                </a:solidFill>
              </a:rPr>
              <a:t>ID: 1994126963491177429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vi" sz="700">
                <a:solidFill>
                  <a:schemeClr val="dk1"/>
                </a:solidFill>
              </a:rPr>
              <a:t>## Screens: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vi" sz="700">
                <a:solidFill>
                  <a:schemeClr val="dk1"/>
                </a:solidFill>
              </a:rPr>
              <a:t>1. Design System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vi" sz="700">
                <a:solidFill>
                  <a:schemeClr val="dk1"/>
                </a:solidFill>
              </a:rPr>
              <a:t>ID: asset-stub-assets-af21b6f454254fcd8195194aa0e5d893-1775448990971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vi" sz="700">
                <a:solidFill>
                  <a:schemeClr val="dk1"/>
                </a:solidFill>
              </a:rPr>
              <a:t>2. Danh sách sản phẩm - Sông Hồng Core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vi" sz="700">
                <a:solidFill>
                  <a:schemeClr val="dk1"/>
                </a:solidFill>
              </a:rPr>
              <a:t>ID: 3da82f90adb1400882153a0f7fdc6017</a:t>
            </a:r>
            <a:endParaRPr sz="700"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4675500" y="1273075"/>
            <a:ext cx="4156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vi" sz="700">
                <a:solidFill>
                  <a:schemeClr val="dk1"/>
                </a:solidFill>
              </a:rPr>
              <a:t>3. Thanh toán - Sông Hồng Core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vi" sz="700">
                <a:solidFill>
                  <a:schemeClr val="dk1"/>
                </a:solidFill>
              </a:rPr>
              <a:t>ID: 65787d143b654bbcbf67d399a4f91e76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vi" sz="700">
                <a:solidFill>
                  <a:schemeClr val="dk1"/>
                </a:solidFill>
              </a:rPr>
              <a:t>4. Hồ sơ của tôi - Sông Hồng Core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vi" sz="700">
                <a:solidFill>
                  <a:schemeClr val="dk1"/>
                </a:solidFill>
              </a:rPr>
              <a:t>ID: 831b55c92c0d44a994ea8a99b6fe4dd8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vi" sz="700">
                <a:solidFill>
                  <a:schemeClr val="dk1"/>
                </a:solidFill>
              </a:rPr>
              <a:t>5. Giỏ hàng - Sông Hồng Core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vi" sz="700">
                <a:solidFill>
                  <a:schemeClr val="dk1"/>
                </a:solidFill>
              </a:rPr>
              <a:t>ID: bd5867b5e8f0471695ad888f7b29dd71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vi" sz="700">
                <a:solidFill>
                  <a:schemeClr val="dk1"/>
                </a:solidFill>
              </a:rPr>
              <a:t>6. Trang chủ - Sông Hồng Core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vi" sz="700">
                <a:solidFill>
                  <a:schemeClr val="dk1"/>
                </a:solidFill>
              </a:rPr>
              <a:t>ID: e31b80252a6e43bfba7c7e1e6a23ebc1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vi" sz="700">
                <a:solidFill>
                  <a:schemeClr val="dk1"/>
                </a:solidFill>
              </a:rPr>
              <a:t>7. Chi tiết sản phẩm - Sông Hồng Core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vi" sz="700">
                <a:solidFill>
                  <a:schemeClr val="dk1"/>
                </a:solidFill>
              </a:rPr>
              <a:t>ID: e8f3225c7e4642c8b35f631db145b432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lang="vi" sz="700">
                <a:solidFill>
                  <a:schemeClr val="dk1"/>
                </a:solidFill>
              </a:rPr>
              <a:t>Use a utility like `curl -L` to download the hosted URLs.</a:t>
            </a:r>
            <a:endParaRPr sz="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725" y="0"/>
            <a:ext cx="804256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38198"/>
            <a:ext cx="4572000" cy="2923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0864" y="738200"/>
            <a:ext cx="4681436" cy="29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Config database</a:t>
            </a:r>
            <a:endParaRPr/>
          </a:p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100">
                <a:solidFill>
                  <a:schemeClr val="dk1"/>
                </a:solidFill>
              </a:rPr>
              <a:t>please create database locally for testing.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100">
                <a:solidFill>
                  <a:schemeClr val="dk1"/>
                </a:solidFill>
              </a:rPr>
              <a:t>update .env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100">
                <a:solidFill>
                  <a:schemeClr val="dk1"/>
                </a:solidFill>
              </a:rPr>
              <a:t>and run it for me. </a:t>
            </a:r>
            <a:endParaRPr/>
          </a:p>
        </p:txBody>
      </p:sp>
      <p:pic>
        <p:nvPicPr>
          <p:cNvPr id="102" name="Google Shape;10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875" y="2232025"/>
            <a:ext cx="5734050" cy="12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Config payment: prompt</a:t>
            </a:r>
            <a:endParaRPr/>
          </a:p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100">
                <a:solidFill>
                  <a:schemeClr val="dk1"/>
                </a:solidFill>
              </a:rPr>
              <a:t>sao chữ k có dấu z?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100">
                <a:solidFill>
                  <a:schemeClr val="dk1"/>
                </a:solidFill>
              </a:rPr>
              <a:t>giỏ hàng thanh toán xong cũng k xoá. sản phẩm k phải real từ database.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100">
                <a:solidFill>
                  <a:schemeClr val="dk1"/>
                </a:solidFill>
              </a:rPr>
              <a:t>thêm thanh toán trực tiếp bằng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100">
                <a:solidFill>
                  <a:schemeClr val="dk1"/>
                </a:solidFill>
              </a:rPr>
              <a:t># ── Stripe (test keys) ────────────────────────────────────────────────────────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100">
                <a:solidFill>
                  <a:schemeClr val="dk1"/>
                </a:solidFill>
              </a:rPr>
              <a:t># Get yours free at https://dashboard.stripe.com/test/apikeys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100">
                <a:solidFill>
                  <a:schemeClr val="dk1"/>
                </a:solidFill>
              </a:rPr>
              <a:t>STRIPE_SECRET_KEY=sk_test_51TEM8rKyG9Uxc8ud7gyrwZzDracbwejGkySWEMGZwNOWDkcff3eC3v58T35IPni2ap0mDce0a7fub7tOS7C7X7yl00wT0grFhk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100">
                <a:solidFill>
                  <a:schemeClr val="dk1"/>
                </a:solidFill>
              </a:rPr>
              <a:t>STRIPE_WEBHOOK_SECRET=whsec_placeholder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100">
                <a:solidFill>
                  <a:schemeClr val="dk1"/>
                </a:solidFill>
              </a:rPr>
              <a:t>STRIPE_PUBLISHABLE_KEY=pk_test_51TEM8rKyG9Uxc8udzT4ar2Z2yaXDIVDYBOVUSEi7TqgB4GDzFJJzagsE6YQjOSsJRNoJ4R0zAKpSBVq8kkVQJdOx00cnloEMxH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4738" y="0"/>
            <a:ext cx="395452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563" y="304800"/>
            <a:ext cx="745087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Demo:</a:t>
            </a:r>
            <a:endParaRPr/>
          </a:p>
        </p:txBody>
      </p:sp>
      <p:pic>
        <p:nvPicPr>
          <p:cNvPr id="124" name="Google Shape;12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1419225"/>
            <a:ext cx="5734050" cy="37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Demo:</a:t>
            </a:r>
            <a:endParaRPr/>
          </a:p>
        </p:txBody>
      </p:sp>
      <p:pic>
        <p:nvPicPr>
          <p:cNvPr id="130" name="Google Shape;13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1419225"/>
            <a:ext cx="5734050" cy="37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Demo:</a:t>
            </a:r>
            <a:endParaRPr/>
          </a:p>
        </p:txBody>
      </p:sp>
      <p:pic>
        <p:nvPicPr>
          <p:cNvPr id="136" name="Google Shape;13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1361000"/>
            <a:ext cx="5734050" cy="37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Demo:</a:t>
            </a:r>
            <a:endParaRPr/>
          </a:p>
        </p:txBody>
      </p:sp>
      <p:pic>
        <p:nvPicPr>
          <p:cNvPr id="142" name="Google Shape;14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1419225"/>
            <a:ext cx="5734050" cy="37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Demo:</a:t>
            </a:r>
            <a:endParaRPr/>
          </a:p>
        </p:txBody>
      </p:sp>
      <p:pic>
        <p:nvPicPr>
          <p:cNvPr id="148" name="Google Shape;14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1419225"/>
            <a:ext cx="5734050" cy="37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Demo:</a:t>
            </a:r>
            <a:endParaRPr/>
          </a:p>
        </p:txBody>
      </p:sp>
      <p:pic>
        <p:nvPicPr>
          <p:cNvPr id="154" name="Google Shape;15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1419225"/>
            <a:ext cx="5734050" cy="37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Demo:</a:t>
            </a:r>
            <a:endParaRPr/>
          </a:p>
        </p:txBody>
      </p:sp>
      <p:pic>
        <p:nvPicPr>
          <p:cNvPr id="160" name="Google Shape;16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1419225"/>
            <a:ext cx="5734050" cy="37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Demo:</a:t>
            </a:r>
            <a:endParaRPr/>
          </a:p>
        </p:txBody>
      </p:sp>
      <p:pic>
        <p:nvPicPr>
          <p:cNvPr id="166" name="Google Shape;16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1100" y="1384850"/>
            <a:ext cx="5734050" cy="37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