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 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 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E3099DB-4FC4-4989-A8C6-CB3FD4103478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11</a:t>
            </a:fld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 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 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49321C2-BFAB-4B20-A5CC-11DFC064C085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11</a:t>
            </a:fld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FF5C744-CFE3-4A24-86C1-9D1D0C9BA1C8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A0D75AF-7D1C-41BF-BED6-DDDCC59187CB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403FBB8-9405-4A51-84CE-02E71F322D96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3A073A2-96E9-405A-88F7-54630335BA70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35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384F282-87E0-4EEB-A1C4-02FE18D0D447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1_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5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6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7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2B9BDCE-420E-4804-A1F0-5A9FAC988BC0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9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0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1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B00C6586-A52E-4B5A-909E-28D45989868C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stitch.withgoogle.com/" TargetMode="External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Vibe Coding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en-US" sz="3600" b="1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Github Copilot</a:t>
            </a:r>
            <a:endParaRPr lang="en-US" sz="3600" b="1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Table of Contents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Github copilot overview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Design UI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Planning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Implement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Unit test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Github copilot overview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Github copilot is an AI-powered coding assistant, offering assistance throughout your software development journey. Leveraging large languare models, it offers suggestions via code completions, ask, plan and agent mode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Github copilot overview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graphicFrame>
        <p:nvGraphicFramePr>
          <p:cNvPr id="59" name=""/>
          <p:cNvGraphicFramePr/>
          <p:nvPr/>
        </p:nvGraphicFramePr>
        <p:xfrm>
          <a:off x="441360" y="1168920"/>
          <a:ext cx="9159840" cy="4317480"/>
        </p:xfrm>
        <a:graphic>
          <a:graphicData uri="http://schemas.openxmlformats.org/drawingml/2006/table">
            <a:tbl>
              <a:tblPr/>
              <a:tblGrid>
                <a:gridCol w="2289240"/>
                <a:gridCol w="2289240"/>
                <a:gridCol w="2289240"/>
                <a:gridCol w="2292120"/>
              </a:tblGrid>
              <a:tr h="616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Feature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Free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Pro+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6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Price (per month)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$39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6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 Completion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2,000 /mo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Unlimited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Unlimited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6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Chat &amp; Agent Mode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 requests/mo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Unlimited (Basic)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6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Premium Requests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 /mo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300 /mo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6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Model Choice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Limited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GPT, Claude, Gemini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All (Opus, Gemini)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74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Key Advantage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Casual use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Best value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Power users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Github copilot overview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Code Completion: suggests code as you type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Copilot Chat: Highlight a block of code and ask, "What does this do?". No edit code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Copilot Agents: Instead of one-off answers, you give a high-level goal (e.g., "Add a dark mode toggle"). The agent plans the steps, edits multiple files, runs terminal commands (like npm install), and checks for errors until the task is done.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>
              <a:spcAft>
                <a:spcPts val="1054"/>
              </a:spcAft>
              <a:buNone/>
            </a:pP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Design UI with Google Stitch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  <a:hlinkClick r:id="rId1"/>
              </a:rPr>
              <a:t>https://stitch.withgoogle.com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Google Stitch (recently out of Google Labs as of early 2026) is an AI-native platform focused on "Vibe Design"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Models: Gemini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Design UI with Google Stitch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457200" y="1143000"/>
            <a:ext cx="8915400" cy="446220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Export UI for Github Copilot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3838680" y="1371600"/>
            <a:ext cx="2333520" cy="406728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Start Vibe Coding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2037960" y="2057400"/>
            <a:ext cx="5963040" cy="30859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spAutoFit/>
          </a:bodyPr>
          <a:p>
            <a:pPr algn="ctr"/>
            <a:r>
              <a:rPr lang="en-US" sz="1600" b="1" u="none" strike="noStrike">
                <a:solidFill>
                  <a:srgbClr val="3465a4"/>
                </a:solidFill>
                <a:effectLst/>
                <a:uFillTx/>
                <a:latin typeface="Noto Sans"/>
              </a:rPr>
              <a:t>Open VS Code then paste MCP info to Github chat</a:t>
            </a:r>
            <a:endParaRPr lang="en-US" sz="1600" b="1" u="none" strike="noStrike">
              <a:solidFill>
                <a:srgbClr val="3465a4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348840" y="15120"/>
            <a:ext cx="9426600" cy="566964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Fix bug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Just copy error and paste to github copilot chat: 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330480" y="2743200"/>
            <a:ext cx="4698720" cy="25146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5029200" y="2338920"/>
            <a:ext cx="4800600" cy="323748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2026-03-31T17:20:35Z</dcterms:created>
  <dc:creator/>
  <dc:description>This work is licensed under a Creative Commons 0 License.
It makes use of the works of fsanchez.</dc:description>
  <dc:language>en-US</dc:language>
  <cp:lastModifiedBy/>
  <dcterms:modified xsi:type="dcterms:W3CDTF">2026-03-31T18:37:53Z</dcterms:modified>
  <cp:revision>2</cp:revision>
  <dc:subject/>
  <dc:title>Vivid</dc:title>
</cp:coreProperties>
</file>