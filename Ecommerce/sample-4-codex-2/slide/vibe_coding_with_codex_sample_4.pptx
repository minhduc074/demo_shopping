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X_MASTER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3550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FUTURELINK / ECOMMERCE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6355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sample-4-codex-2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234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Vibe Coding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8105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4D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2578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D8E4"/>
                </a:solidFill>
              </a:rPr>
              <a:t>Stitch Commerce 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792" y="30175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C2D3"/>
                </a:solidFill>
              </a:rPr>
              <a:t>Customer storefront, checkout, order history, and admin views packaged into the same artifact layout as sample-1.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42432" y="1024128"/>
            <a:ext cx="5669280" cy="4919472"/>
          </a:xfrm>
          <a:prstGeom prst="roundRect">
            <a:avLst>
              <a:gd name="adj" fmla="val 1487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7" name="Image 0" descr="/Users/thaothinh/Documents/demo-vibe-coding/futurelink/Ecommerce/sample-4-codex-2/slide/assets/screenshots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7616" y="1133856"/>
            <a:ext cx="1578912" cy="4700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Source Brief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came from docs.webarchive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The imported webarchive describes a broader commerce brief than sample-3: auth, storefront, account, checkout, and admin coverage in one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14141B"/>
          </a:solidFill>
          <a:ln w="12700">
            <a:solidFill>
              <a:srgbClr val="292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2199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6FA"/>
                </a:solidFill>
              </a:rPr>
              <a:t>Functional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496312"/>
            <a:ext cx="4965192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Auth screens: login and register entry flows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Storefront: homepage, search, detail, cart, checkout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User account: orders and post-purchase visibility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Operations: admin dashboard and product management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44768" y="2057400"/>
            <a:ext cx="2194560" cy="2514600"/>
          </a:xfrm>
          <a:prstGeom prst="roundRect">
            <a:avLst>
              <a:gd name="adj" fmla="val 3333"/>
            </a:avLst>
          </a:prstGeom>
          <a:solidFill>
            <a:srgbClr val="14141B"/>
          </a:solidFill>
          <a:ln w="12700">
            <a:solidFill>
              <a:srgbClr val="292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2219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6FA"/>
                </a:solidFill>
              </a:rPr>
              <a:t>Artifact packaging applied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1072" y="2496312"/>
            <a:ext cx="1901952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demo/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docs/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slide/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source/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13648" y="205740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14141B"/>
          </a:solidFill>
          <a:ln w="12700">
            <a:solidFill>
              <a:srgbClr val="2929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42248" y="2359152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1C0"/>
                </a:solidFill>
              </a:rPr>
              <a:t>Deck content uses the webarchive brief plus extracted Stitch screenshots preserved in source assets.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 + Prisma + Stripe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A single Next.js App Router codebase handles the buyer journey, session-bound data, and admin views against PostgreSQL.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14141B"/>
          </a:solidFill>
          <a:ln w="12700">
            <a:solidFill>
              <a:srgbClr val="292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21992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6FA"/>
                </a:solidFill>
              </a:rPr>
              <a:t>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496312"/>
            <a:ext cx="5102352" cy="2039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Next.js 14 App Router for customer and admin routes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Prisma schema for users, categories, products, cart, and orders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Stripe Checkout for payment handoff and reconciliation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6E6EF"/>
                </a:solidFill>
              </a:rPr>
              <a:t>Shared cached query layer in source/src/lib/store.ts</a:t>
            </a:r>
            <a:pPr indent="0" marL="0">
              <a:buNone/>
            </a:pPr>
            <a:r>
              <a:rPr lang="en-US" sz="1500" dirty="0">
                <a:solidFill>
                  <a:srgbClr val="E6E6EF"/>
                </a:solidFill>
              </a:rPr>
              <a:t>
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121408"/>
            <a:ext cx="4572000" cy="1920240"/>
          </a:xfrm>
          <a:prstGeom prst="roundRect">
            <a:avLst>
              <a:gd name="adj" fmla="val 3810"/>
            </a:avLst>
          </a:prstGeom>
          <a:solidFill>
            <a:srgbClr val="15151D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4231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Browser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App Router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-&gt; Prisma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-&gt; PostgreSQL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-&gt; Stripe Checkout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4983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 w="12700">
            <a:solidFill>
              <a:srgbClr val="2C2C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75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1B3"/>
                </a:solidFill>
              </a:rPr>
              <a:t>Routes surfaced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screens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4983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 w="12700">
            <a:solidFill>
              <a:srgbClr val="2C2C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5175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1B3"/>
                </a:solidFill>
              </a:rPr>
              <a:t>Persistence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53949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 + Postgres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99632" y="4983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 w="12700">
            <a:solidFill>
              <a:srgbClr val="2C2C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5175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1B3"/>
                </a:solidFill>
              </a:rPr>
              <a:t>Payments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4224" y="53949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Stripe Checkout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15984" y="4983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161F"/>
          </a:solidFill>
          <a:ln w="12700">
            <a:solidFill>
              <a:srgbClr val="2C2C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0576" y="5175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1B3"/>
                </a:solidFill>
              </a:rPr>
              <a:t>Artifacts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80576" y="53949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demo/docs/slide/source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Structure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 layout aligned with sample-1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The runnable app was moved under source, while walkthrough artifacts now live in top-level demo, docs, and slide folders.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12121A"/>
          </a:solidFill>
          <a:ln w="12700">
            <a:solidFill>
              <a:srgbClr val="2D2D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4389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sample-4-codex-2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README.md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images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docs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ARCHITECTURE.md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DESIGN_BASIC.md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DESIGN_DETAILED.md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docs.webarchive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slide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generate_stitch_commerce_os.js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vibe_coding_with_codex_sample_4.pptx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├── src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├── prisma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├── public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.stitch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36208" y="212140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AD6"/>
                </a:solidFill>
              </a:rPr>
              <a:t>This makes the deliverable easier to review in the same way as sample-1-github-copilot, without losing the original Stitch export references.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6208" y="2907792"/>
            <a:ext cx="4709160" cy="2578608"/>
          </a:xfrm>
          <a:prstGeom prst="roundRect">
            <a:avLst>
              <a:gd name="adj" fmla="val 2837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9" name="Image 0" descr="/Users/thaothinh/Documents/demo-vibe-coding/futurelink/Ecommerce/sample-4-codex-2/slide/assets/screenshots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4524" y="3017520"/>
            <a:ext cx="792528" cy="23591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Storefront entry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Homepage and search are both backed by Prisma queries rather than hard-coded cards.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Homepage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Search results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8" name="Image 0" descr="/Users/thaothinh/Documents/demo-vibe-coding/futurelink/Ecommerce/sample-4-codex-2/slide/assets/screenshots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8113" y="2249424"/>
            <a:ext cx="1210294" cy="36027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2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10" name="Image 1" descr="/Users/thaothinh/Documents/demo-vibe-coding/futurelink/Ecommerce/sample-4-codex-2/slide/assets/screenshots/search-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152" y="2249424"/>
            <a:ext cx="2561320" cy="3602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to basket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The detail page and cart keep the same coral editorial brand language.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Product detail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Shopping cart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8" name="Image 0" descr="/Users/thaothinh/Documents/demo-vibe-coding/futurelink/Ecommerce/sample-4-codex-2/slide/assets/screenshots/produc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661" y="2249424"/>
            <a:ext cx="2153198" cy="36027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2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10" name="Image 1" descr="/Users/thaothinh/Documents/demo-vibe-coding/futurelink/Ecommerce/sample-4-codex-2/slide/assets/screenshot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219" y="2249424"/>
            <a:ext cx="2343186" cy="3602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Checkout to retention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Checkout closes the purchase loop while orders provides the post-purchase state users expect.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Checkout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Orders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8" name="Image 0" descr="/Users/thaothinh/Documents/demo-vibe-coding/futurelink/Ecommerce/sample-4-codex-2/slide/assets/screenshots/chec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088" y="2249424"/>
            <a:ext cx="2758345" cy="36027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2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10" name="Image 1" descr="/Users/thaothinh/Documents/demo-vibe-coding/futurelink/Ecommerce/sample-4-codex-2/slide/assets/screenshots/or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121" y="2249424"/>
            <a:ext cx="2765381" cy="3602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D2D"/>
                </a:solidFill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coverage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AD6"/>
                </a:solidFill>
              </a:rPr>
              <a:t>The sample also demonstrates operator-facing views for monitoring and inventory storytelling.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6FA"/>
                </a:solidFill>
              </a:rPr>
              <a:t>Product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8" name="Image 0" descr="/Users/thaothinh/Documents/demo-vibe-coding/futurelink/Ecommerce/sample-4-codex-2/slide/assets/screensho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74" y="2249424"/>
            <a:ext cx="3032772" cy="36027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2" y="2139696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101018"/>
          </a:solidFill>
          <a:ln w="12700">
            <a:solidFill>
              <a:srgbClr val="2A2A35"/>
            </a:solidFill>
            <a:prstDash val="solid"/>
          </a:ln>
        </p:spPr>
      </p:sp>
      <p:pic>
        <p:nvPicPr>
          <p:cNvPr id="10" name="Image 1" descr="/Users/thaothinh/Documents/demo-vibe-coding/futurelink/Ecommerce/sample-4-codex-2/slide/assets/screenshots/product-manag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299" y="2249424"/>
            <a:ext cx="4499026" cy="3602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743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E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Futurelink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Stitch Commerce OS</dc:title>
  <dc:subject>Vibe Coding with Codex</dc:subject>
  <dc:creator>OpenAI Codex</dc:creator>
  <cp:lastModifiedBy>OpenAI Codex</cp:lastModifiedBy>
  <cp:revision>1</cp:revision>
  <dcterms:created xsi:type="dcterms:W3CDTF">2026-04-07T08:10:35Z</dcterms:created>
  <dcterms:modified xsi:type="dcterms:W3CDTF">2026-04-07T08:10:35Z</dcterms:modified>
</cp:coreProperties>
</file>